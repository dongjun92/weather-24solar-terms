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체험’은 3분, 네 번 누르면 끝나고 개념은 하나만 답니다.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268KB(gzip)입니다.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268KB로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개념 1개 — 처서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268KB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