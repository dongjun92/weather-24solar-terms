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〔3:00–4:30 · 핵심 1분 30초 (전체 낭독 2분 20초)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〔입구 띠를 가리키며〕</a:t>
            </a:r>
          </a:p>
          <a:p>
            <a:r>
              <a:t>멘토링에서 “너무 엄격해 진입장벽이 높다”는 지적을 받았습니다. 맞는 지적이라고 봤습니다.</a:t>
            </a:r>
          </a:p>
          <a:p>
            <a:r>
              <a:t>다만 답을 ‘쉽게 만들기’로 잡지 않고 **입구를 둘로 나눴습니다.**</a:t>
            </a:r>
          </a:p>
          <a:p>
            <a:r>
              <a:t>‘빠르게 절기 체험하기’는 3분입니다. &lt;b&gt;24절기 중 하나를 골라&lt;/b&gt; 네 번 누르면 끝나고,</a:t>
            </a:r>
          </a:p>
          <a:p>
            <a:r>
              <a:t>개념은 하나만 답니다. 고른 절기를 ‘지금’으로 볼지 ‘2100년’으로 볼지도 그 자리에서 고릅니다.</a:t>
            </a:r>
          </a:p>
          <a:p>
            <a:r>
              <a:t>‘제대로 배우기’가 5개 미션, 두 차시입니다.</a:t>
            </a:r>
          </a:p>
          <a:p>
            <a:r>
              <a:t>둘은 앞뒤 단계가 아니라 **서로 오갈 수 있는 형제 화면**입니다.</a:t>
            </a:r>
          </a:p>
          <a:p/>
          <a:p>
            <a:r>
              <a:t>〔10분 발표에서는 여기까지만〕</a:t>
            </a:r>
          </a:p>
          <a:p>
            <a:r>
              <a:t>가볍게 만든 것이 라벨을 지우는 구실이 되면 안 된다고 봤습니다.</a:t>
            </a:r>
          </a:p>
          <a:p>
            <a:r>
              <a:t>체험 모드에도 “5년 관측 신호이지 30년 기후평년이 아니다”가 그대로 붙어 있습니다.</a:t>
            </a:r>
          </a:p>
          <a:p>
            <a:r>
              <a:t>그리고 **예측은 답이 있는 것에만 겁니다** — ‘기준을 몇 도로 둘까’는 학습자가 정하는 약속이라</a:t>
            </a:r>
          </a:p>
          <a:p>
            <a:r>
              <a:t>맞고 틀림이 없습니다. 그래서 묻는 것은 “그 기준에서 결과가 며칠일까”입니다.</a:t>
            </a:r>
          </a:p>
          <a:p/>
          <a:p>
            <a:r>
              <a:t>필수 경로는 5개 미션입니다. 열관성 실험실은 미션 5에서만 필수이고,</a:t>
            </a:r>
          </a:p>
          <a:p>
            <a:r>
              <a:t>전국 16지점과 26개 비교 구간, 2100년 전망은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〔4:30–6:30 · 핵심 2분 (전체 낭독 3분)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마지막 줄이 멘토링 이후 더한 **‘2100년에도 절기는 맞을까’** 화면입니다.</a:t>
            </a:r>
          </a:p>
          <a:p>
            <a:r>
              <a:t>저희 앱의 한 문장이 ‘절기는 고정, 기후는 이동’인데, 시나리오는 그 이동을 2100년까지 연장합니다.</a:t>
            </a:r>
          </a:p>
          <a:p>
            <a:r>
              <a:t>1년 띠에 계절을 칠하고 **절기 눈금은 두 줄에서 같은 자리**에 둡니다 — 움직이는 건 계절뿐입니다.</a:t>
            </a:r>
          </a:p>
          <a:p>
            <a:r>
              <a:t>서울을 가장 높은 배출 경로로 두면 **여름이 입하보다 열흘 먼저**,</a:t>
            </a:r>
          </a:p>
          <a:p>
            <a:r>
              <a:t>**겨울은 입동보다 53일 늦게** 시작해 102일에서 28일이 됩니다. 부산·대구는 겨울이 0일입니다.</a:t>
            </a:r>
          </a:p>
          <a:p/>
          <a:p>
            <a:r>
              <a:t>〔10분 발표에서는 여기까지만〕</a:t>
            </a:r>
          </a:p>
          <a:p>
            <a:r>
              <a:t>학생에게 이렇게 물을 수 있습니다 — “입하가 여름의 시작인데 여름이 더 먼저 온다면,</a:t>
            </a:r>
          </a:p>
          <a:p>
            <a:r>
              <a:t>입하를 4월로 옮겨야 할까요?” 출처는 기상청 「지역 기후변화 전망보고서 개정판」 2024년판</a:t>
            </a:r>
          </a:p>
          <a:p>
            <a:r>
              <a:t>하나로 통일했습니다. 상황지도에도 같은 종류의 값이 있는데 숫자가 달라서(서울 겨울 28일 대 12일)</a:t>
            </a:r>
          </a:p>
          <a:p>
            <a:r>
              <a:t>섞지 않았습니다. 관측이 아니라 **모형이 계산한 전망**이라 실측과 나란히 놓을 수 없다고 화면이 먼저 밝힙니다.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【0:40–1:25】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【1:25–2:40】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【2:40–3:25】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89일에서 83일로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【3:25–4:10】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【4:10–5:30】 ★ 학생이 먼저 쓴다 — 그리고 세 번 막힌다</a:t>
            </a:r>
          </a:p>
          <a:p>
            <a:r>
              <a:t>〔`증거 정리하기 →` 를 먼저 눌러 증거 화면으로 넘어간다〕</a:t>
            </a:r>
          </a:p>
          <a:p>
            <a:r>
              <a:t>〔`이 증거로 CERL 쓰기 →` · 한 화면에 한 칸씩 · 아래 문장은 메모장에 미리 열어 두고 붙여 넣는다〕</a:t>
            </a:r>
          </a:p>
          <a:p>
            <a:r>
              <a:t>"주장·근거·추론·한계를 한 칸씩 씁니다. 전문가 문장은 아직 없습니다. 써야 열립니다."</a:t>
            </a:r>
          </a:p>
          <a:p>
            <a:r>
              <a:t>① 주장 ← "처서가 지나도 더위가 이어진다고 판단합니다"   → 통과</a:t>
            </a:r>
          </a:p>
          <a:p>
            <a:r>
              <a:t>② 근거 ← "과거보다 지금이 훨씬 많아졌고 그 차이가 37쯤 됩니다"</a:t>
            </a:r>
          </a:p>
          <a:p>
            <a:r>
              <a:t>   → 막힘: "그 숫자가 무엇을 센 값인지 단위나 기간을 함께 써 주세요."</a:t>
            </a:r>
          </a:p>
          <a:p>
            <a:r>
              <a:t>"길이만 보면 아무 글자나 채워도 통과합니다. 그래서 근거에는 숫자와 단위가 있어야 넘어갑니다."</a:t>
            </a:r>
          </a:p>
          <a:p>
            <a:r>
              <a:t>③ 근거 고쳐 쓰기 ← "서울에서 과거 30.8일 지금 68일이었습니다"   → 통과</a:t>
            </a:r>
          </a:p>
          <a:p>
            <a:r>
              <a:t>④ 추론 ← ③을 그대로 복사해 붙여 넣는다</a:t>
            </a:r>
          </a:p>
          <a:p>
            <a:r>
              <a:t>   → 막힘: "‘근거’ 칸과 같은 문장이에요."</a:t>
            </a:r>
          </a:p>
          <a:p>
            <a:r>
              <a:t>⑤ 추론 ← "절기 날짜는 그대로인데 관측된 더위만 늦어졌기 때문입니다"   → 통과</a:t>
            </a:r>
          </a:p>
          <a:p>
            <a:r>
              <a:t>⑥ 한계 ← "이 결론은 꽤 그럴듯하다고 생각합니다 아주 확실합니다"</a:t>
            </a:r>
          </a:p>
          <a:p>
            <a:r>
              <a:t>   → 막힘: "한계에는 어디까지 통하는지가 들어가야 해요 — 지역·기간·기준·원인 중 무엇을…"</a:t>
            </a:r>
          </a:p>
          <a:p>
            <a:r>
              <a:t>⑦ 한계 ← "서울 한 지역의 5년 관측이라 전국으로 넓힐 수 없습니다"   → 통과</a:t>
            </a:r>
          </a:p>
          <a:p>
            <a:r>
              <a:t>"한계 칸은 범위를 가리키는 말이 없으면 감상문이 됩니다. 그래서 그것도 검사합니다."</a:t>
            </a:r>
          </a:p>
          <a:p/>
          <a:p>
            <a:r>
              <a:t>【5:30–6:00】 오답에 정답을 주지 않는다</a:t>
            </a:r>
          </a:p>
          <a:p>
            <a:r>
              <a:t>〔`내 결론 저장하고 이해 확인 →`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【6:00–6:45】 데이터 뷰어가 아니라는 답 — 앱이 강제하는 관문</a:t>
            </a:r>
          </a:p>
          <a:p>
            <a:r>
              <a:t>〔이 화면의 주 버튼이 ‘🔬 열관성 실험실로 확인하기 →’다. 그대로 누른다〕</a:t>
            </a:r>
          </a:p>
          <a:p>
            <a:r>
              <a:t>“미션 5는 실험실을 거치지 않으면 완료로 갈 수 없게 코드로 막아 두었습니다.</a:t>
            </a:r>
          </a:p>
          <a:p>
            <a:r>
              <a:t> 관측만 보고 끝내면 ‘왜 그런지’를 건너뛰기 때문입니다.”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〔‘2. 조건 바꾸기’ 탭 — 조작은 여기 있다. 기본 두께는 2m 이므로 먼저 프리셋 ‘한반도 5m’를 누른다〕</a:t>
            </a:r>
          </a:p>
          <a:p>
            <a:r>
              <a:t>〔유효 두께 프리셋 0.5m → 50m → 다시 5m〕 “지연이 늘어납니다 — 화면 숫자를 그대로 읽습니다.”</a:t>
            </a:r>
          </a:p>
          <a:p>
            <a:r>
              <a:t>〔온실효과 0 → 12 W/m²〕 “연평균 기온은 올라가는데 가장 더운 날짜는 꼼짝하지 않습니다.</a:t>
            </a:r>
          </a:p>
          <a:p>
            <a:r>
              <a:t> 계절이 늦는 이유는 온실효과가 아니라 열을 머금는 양입니다.”</a:t>
            </a:r>
          </a:p>
          <a:p>
            <a:r>
              <a:t>〔‘3. 결과 해석’ 탭 → 예측을 먼저 골라야 결과가 열린다. ②번을 일부러 ‘많이 늦어진다’로 고른다〕</a:t>
            </a:r>
          </a:p>
          <a:p>
            <a:r>
              <a:t>“방금 제 예측이 틀렸습니다. 앱이 지금 제 슬라이더 값으로 계산해서 보여 줍니다.”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【6:45–7:25】 숫자는 흔들리고 방향은 남는다  〔주소창에 #v=free〕</a:t>
            </a:r>
          </a:p>
          <a:p>
            <a:r>
              <a:t>〔‘1. 질문 만들기’ 탭에서 보기 전환 ‘지도 16지점’ — 지도는 이 탭에만 있다〕</a:t>
            </a:r>
          </a:p>
          <a:p>
            <a:r>
              <a:t>“16지점 전부에서 늘었습니다. 한 화면에서 봅니다.”</a:t>
            </a:r>
          </a:p>
          <a:p>
            <a:r>
              <a:t>〔‘2. 증거 읽기’ 탭으로 넘어가 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/>
          <a:p>
            <a:r>
              <a:t>【7:25–8:30】 AI 해커톤의 AI — 결론을 대신 쓰지 않는다</a:t>
            </a:r>
          </a:p>
          <a:p>
            <a:r>
              <a:t>〔‘3. 결론 쓰기’ 탭을 누른다. 여기 입력칸은 편집이 되므로 준비한 문장을 붙여 넣는다〕</a:t>
            </a:r>
          </a:p>
          <a:p>
            <a:r>
              <a:t>   붙여 넣을 문장 ▸ 서울에서 더위가 늦어졌으니 우리나라 전체가 기후변화 때문에 완전히 바뀌었다</a:t>
            </a:r>
          </a:p>
          <a:p>
            <a:r>
              <a:t>〔‘이 기기에서 빠른 점검’을 먼저 누른다〕</a:t>
            </a:r>
          </a:p>
          <a:p>
            <a:r>
              <a:t>“기본 점검은 외부 전송이 없습니다. 지역 확대와 인과 단정을 이 자리에서 잡습니다.”</a:t>
            </a:r>
          </a:p>
          <a:p>
            <a:r>
              <a:t>〔동의 체크박스를 읽고 체크 → ‘✦ AI 점검 요청’〕</a:t>
            </a:r>
          </a:p>
          <a:p>
            <a:r>
              <a:t>“외부 AI는 전송 범위를 읽고 동의해야만 열립니다. 이름·학교·연락처는 입력받지 않습니다.”</a:t>
            </a:r>
          </a:p>
          <a:p>
            <a:r>
              <a:t>〔3~5초. 오늘 아침 실측에서는 이런 유형으로 답했다〕</a:t>
            </a:r>
          </a:p>
          <a:p>
            <a:r>
              <a:t>   “한 지역의 일부 기간 비교만으로 원인을 확정할 수 없습니다” → 다음 행동: 한계 문장 쓰기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순서를 바꾸지 말 것 — 미션 5는 실험실을 열기 전에는 점검 화면으로 갈 수 없다(코드가 막는다).</a:t>
            </a:r>
          </a:p>
          <a:p>
            <a:r>
              <a:t>⚠ AI 점검은 반드시 자유탐구 ‘3. 결론 쓰기’에서 한다. 미션 점검 화면의 입력칸은 읽기 전용이라</a:t>
            </a:r>
          </a:p>
          <a:p>
            <a:r>
              <a:t>   준비한 문장을 붙여 넣을 수 없고, 내가 쓴 CERL 이 대신 전송된다.</a:t>
            </a:r>
          </a:p>
          <a:p>
            <a:r>
              <a:t>⚠ 시간이 밀리면 — CERL 은 ②까지만(③~⑦ 생략), 실험실을 빼고 자유탐구로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〔20:00–22:30 · 핵심 1분 40초 (전체 낭독 4분)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>
            <a:r>
              <a:t>여기에 멘토링 이후 **기상청 SSP 미래 전망**을 더했습니다 — 17개 시도, 시나리오 4종, 3시기입니다.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〔용어 — 먼저 말하는 쪽이 이깁니다〕</a:t>
            </a:r>
          </a:p>
          <a:p>
            <a:r>
              <a:t>“용어를 신경 써야 한다”는 지적을 받고 기준표를 다시 보다가 **저희 화면이 틀린 것을 찾았습니다.**</a:t>
            </a:r>
          </a:p>
          <a:p>
            <a:r>
              <a:t>‘일 최고기온 33도’를 폭염주의보 기준이라고 적어 뒀는데, 그게 아닙니다.</a:t>
            </a:r>
          </a:p>
          <a:p>
            <a:r>
              <a:t>**폭염특보는 2023년 5월 15일부터 기온이 아니라 체감온도 기준**이고,</a:t>
            </a:r>
          </a:p>
          <a:p>
            <a:r>
              <a:t>33도는 **기후통계 ‘폭염일수’**의 정의입니다. **올해 6월 1일엔 폭염중대경보·열대야주의보도 신설**됐습니다.</a:t>
            </a:r>
          </a:p>
          <a:p>
            <a:r>
              <a:t>그래서 표를 ①며칠인지 **세는** 약속(기후통계) ②위험을 **알리는** 약속(특보·체감온도)</a:t>
            </a:r>
          </a:p>
          <a:p>
            <a:r>
              <a:t>③**내가 정한** 약속, 세 계열로 갈랐습니다. ②는 재현할 수 없어 ‘계산 불가’로 뒀습니다.</a:t>
            </a:r>
          </a:p>
          <a:p>
            <a:r>
              <a:t>같은 33도인데 ①과 ②가 다른 약속이라는 것 — 저희 학습목표 ③과 정확히 같은 말입니다.</a:t>
            </a:r>
          </a:p>
          <a:p/>
          <a:p>
            <a:r>
              <a:t>〔10분 발표에서는 여기까지만 · 아래는 질의응답용〕</a:t>
            </a:r>
          </a:p>
          <a:p>
            <a:r>
              <a:t>‘여름일’도 새로 셌습니다. 일 최고기온 25도 이상, 기상청 극한기후지수이자 국제 표준 ETCCDI의 SU입니다.</a:t>
            </a:r>
          </a:p>
          <a:p>
            <a:r>
              <a:t>33도는 극단값이라 절기별 변화가 둔한데 25도는 훨씬 민감합니다. 서울이 101.4일에서 132.7일입니다.</a:t>
            </a:r>
          </a:p>
          <a:p>
            <a:r>
              <a:t>‘더위’라는 말 자체는 — 기상청이 **수치로 정의한 지표명은 아닌 게 맞습니다.** 다만</a:t>
            </a:r>
          </a:p>
          <a:p>
            <a:r>
              <a:t>24절기 해설의 “소서=작은 더위”처럼 공식 문서에 그대로 쓰여서, 단어를 지우지 않고 지위만 적었습니다.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SSP 전망값은 따로 **보고서 원문과 31건을 앵커로 대조**했습니다. 가져다 쓴 게 아니라 대조한 것입니다.</a:t>
            </a:r>
          </a:p>
          <a:p>
            <a:r>
              <a:t>배포본은 외부 라이브러리 0개, 외부 도메인 0개, 첫 로드 291KB(gzip)입니다.</a:t>
            </a:r>
          </a:p>
          <a:p/>
          <a:p>
            <a:r>
              <a:t>— 여기서 하나 정정드립니다. 이전 자료에는 첫 로드가 134KB로 적혀 있었는데,</a:t>
            </a:r>
          </a:p>
          <a:p>
            <a:r>
              <a:t>   그건 데이터 파일을 뺀 앱 셸만 잰 값이었습니다. 그 파일들도 첫 화면에서 같이 받으므로</a:t>
            </a:r>
          </a:p>
          <a:p>
            <a:r>
              <a:t>   ‘첫 로드’라는 이름과 맞지 않았습니다. 실제 전송량을 다시 재서 291KB로 고쳤습니다.</a:t>
            </a:r>
          </a:p>
          <a:p>
            <a:r>
              <a:t>   저희가 학생에게 “기준을 밝히고 세라”고 하는 것과 같은 잣대를 저희 숫자에도 댄 것입니다.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입구를 둘로 — 같은 실측 자료를 3분과 두 차시로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체험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3분 · 4클릭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24절기 중 하나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학습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5개 미션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예측 → 조작 → 내 결론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실험실 · 16지점 · 2100년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심화 분기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첫 화면에서 학습자가 고른다 · 어느 쪽에서든 반대편으로 건너갈 수 있고, 과학 라벨은 양쪽 동일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· 미래 전망 → ‘지구 맥락’ · ‘2100년’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관측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미래 전망 — SSP 4종 × 3시기 (기상청 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 · 조작부마다 화면 라벨 명시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배출 시나리오↑ → 계절 이동·절기 고정 → “움직이는 건 계절”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일자료 1969–2026 + SSP 전망(전망보고서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 · 17개 시도 × SSP 4종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4167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00743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31건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743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SSP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08733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45309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5309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53299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889875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291KB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9875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 gzip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97865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34441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34441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의존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OK)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